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0000"/>
      </a:lnSpc>
      <a:spcBef>
        <a:spcPct val="0"/>
      </a:spcBef>
      <a:buNone/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rPr lang="de-DE"/>
              <a:t>Titel hinzufügen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algn="ctr">
              <a:buNone/>
              <a:defRPr sz="2400"/>
            </a:lvl1pPr>
          </a:lstStyle>
          <a:p>
            <a:r>
              <a:rPr lang="de-DE"/>
              <a:t>Untertitel hinzufügen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 hinzufügen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Text hinzufügen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 hinzufügen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de-DE"/>
              <a:t>Mastertextformat bearbeiten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defPPr>
        <a:defRPr lang="de-DE"/>
      </a:defPPr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Lagerverwaltung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Projektstart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Bestände in Echtzeit</a:t>
            </a:r>
          </a:p>
          <a:p>
            <a:r>
              <a:rPr lang="de-DE"/>
              <a:t>Barcode am Regal</a:t>
            </a:r>
          </a:p>
          <a:p>
            <a:r>
              <a:rPr lang="de-DE"/>
              <a:t>Anbindung an die Warenwirtschaft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Woche 1–4: erste Version</a:t>
            </a:r>
          </a:p>
          <a:p>
            <a:r>
              <a:rPr lang="de-DE"/>
              <a:t>Woche 5–10: Ausbau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reibzeug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